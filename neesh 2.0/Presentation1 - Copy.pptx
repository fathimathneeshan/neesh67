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08127-B24F-4C26-8B06-7CAC84DD52B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7477F-BA4B-4C45-B75A-1F325DD7E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26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7477F-BA4B-4C45-B75A-1F325DD7E4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20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FFDCA-E811-8410-73D1-8D79A294C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C6384-CF8E-64A9-FE12-5B67BE1E7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82D27-E393-DDC2-70F3-4D8D9B1C2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643C-D897-42F0-846A-C9705CF8085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565E7-E1C4-B0A5-E047-ECA7DED5C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C5F1D-64F8-A607-5CE9-6887E4CA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8139F-1D08-4EFB-BF46-66DB0DB68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34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4665B-8C21-6C8A-2511-73BA61E8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1C213-FD11-E207-7B1E-77B65E64C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CB2B6-1DEC-5FFC-0E29-5E5AA639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643C-D897-42F0-846A-C9705CF8085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7DBAC-FB72-DD0D-A2FD-C87C8434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D85F3-7237-7DB1-8C60-50FEF4E8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8139F-1D08-4EFB-BF46-66DB0DB68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0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66C5-F921-AB1A-AE39-B80B47DF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7547F-F775-10E1-2CAA-E2D5205B0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44E97-05EB-60EF-DCA5-BB600B14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643C-D897-42F0-846A-C9705CF8085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6B2B7-A224-32C3-0C76-5E44B44C9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C4149-E42B-8D8A-F262-4C948AB7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8139F-1D08-4EFB-BF46-66DB0DB68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8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75289-C17B-C688-D22A-5A0510C5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5309-F598-972F-5CBC-4B40EEB61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AA80A-124B-73A4-530F-C9A8C2F2F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20FA6-7D09-586E-BF60-74A73A0C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643C-D897-42F0-846A-C9705CF8085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1BC9E-2A6D-9CE4-483A-0A03F270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C19C4-A245-2201-92D3-AA9884AF6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8139F-1D08-4EFB-BF46-66DB0DB68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06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8C903-83E4-DC00-FB2F-26F15D5E3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C2EEF-6B99-D090-2DBE-8DEB695D5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3D339-C763-A632-3DC0-6BF39655C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27B16-E364-A4A9-7034-C4ECF1AFC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7CBF9-DB51-AAF9-CB46-13D667FEEB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A9114D-4E12-B384-4CF5-5B53A4EAA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643C-D897-42F0-846A-C9705CF8085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AC05F0-521D-BECB-C65A-297D31CD9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15546-4A03-2BC5-E538-4A5B0851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8139F-1D08-4EFB-BF46-66DB0DB68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4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181DD-F6E4-A3EE-9B9D-92FA117D5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33C769-4B58-4967-F178-B0DE9EBE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643C-D897-42F0-846A-C9705CF8085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37C3F-C1CF-394C-471F-21551B1AF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C61D05-4F36-818B-C9F1-6365327C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8139F-1D08-4EFB-BF46-66DB0DB68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72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C6DDBA-A135-BC48-F423-1AFEE14B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643C-D897-42F0-846A-C9705CF8085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0141BB-77A7-1F9D-1E9D-0CFDD489D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063AA-F413-3856-507D-E68A75928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8139F-1D08-4EFB-BF46-66DB0DB68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1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2745-3792-FF61-B1BC-D1DBBAAF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3D0B0-2ED3-A40B-76A0-A489369D1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13A1D-5570-31F4-58FB-05F11D5BD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7BD01-2505-D6FA-077D-3C386629D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643C-D897-42F0-846A-C9705CF8085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A0F80-1703-A7EA-7BB0-3A397F0D1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B60B8-1305-F9B3-9B60-56F7408A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8139F-1D08-4EFB-BF46-66DB0DB68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64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7EA45-BC44-7FFF-E1A0-57711E410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68708-62F4-8F45-262B-F02F6E2134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200DC-D0D4-AA74-39DB-33B30EF31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A6701-4791-A5AC-99E5-71E0897F2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643C-D897-42F0-846A-C9705CF8085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23E33-07A8-54CE-52E2-E6C24E29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7F174-F6BA-317D-89DF-B8E9D99B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8139F-1D08-4EFB-BF46-66DB0DB68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1CF0D-3650-C77A-802F-45734C7EE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C84E9-76E9-65F6-4325-757032847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712AB-8871-F10C-1D26-A60A0130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643C-D897-42F0-846A-C9705CF8085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38430-43AA-443F-8E84-1F50FC33A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ED66A-075B-298F-7C38-67414A03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8139F-1D08-4EFB-BF46-66DB0DB68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6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115417-3341-297F-D558-4C851C15D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8DF43-A64E-8B17-76F7-B77148DF6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5703C-44BB-6314-8761-298D3D565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643C-D897-42F0-846A-C9705CF8085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E44C9-3561-A3B3-42D2-37045ADE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54A39-7DCE-F536-D850-8F4C3F289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8139F-1D08-4EFB-BF46-66DB0DB68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07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46E6B-E955-50D6-E749-B62247742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E0068-449E-1945-C326-DA7D565C0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1224A-7B53-83E6-8C79-2B8889194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72643C-D897-42F0-846A-C9705CF8085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F99B7-F16C-0420-A134-5BC4FEBDF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53647-187A-EC4E-D230-24E5A41AF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48139F-1D08-4EFB-BF46-66DB0DB68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8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Freeform: Shape 1041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7DD4A5-E7A5-669F-7B42-FE2466BCD60C}"/>
              </a:ext>
            </a:extLst>
          </p:cNvPr>
          <p:cNvSpPr txBox="1"/>
          <p:nvPr/>
        </p:nvSpPr>
        <p:spPr>
          <a:xfrm>
            <a:off x="643468" y="643467"/>
            <a:ext cx="4620584" cy="45671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Sir Isaac Newton – The Scientist Who Changed the World</a:t>
            </a:r>
          </a:p>
        </p:txBody>
      </p:sp>
      <p:pic>
        <p:nvPicPr>
          <p:cNvPr id="1026" name="Picture 2" descr="Isaac Newton - Wikipedia">
            <a:extLst>
              <a:ext uri="{FF2B5EF4-FFF2-40B4-BE49-F238E27FC236}">
                <a16:creationId xmlns:a16="http://schemas.microsoft.com/office/drawing/2014/main" id="{CF2C74D5-18A8-EB11-BBB3-13261EE43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8915"/>
          <a:stretch>
            <a:fillRect/>
          </a:stretch>
        </p:blipFill>
        <p:spPr bwMode="auto">
          <a:xfrm>
            <a:off x="6606253" y="717174"/>
            <a:ext cx="4942280" cy="542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231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2" name="Picture 4" descr="Trinity College Dublin - All You SHOULD Know Before Going (2026 Reviews)">
            <a:extLst>
              <a:ext uri="{FF2B5EF4-FFF2-40B4-BE49-F238E27FC236}">
                <a16:creationId xmlns:a16="http://schemas.microsoft.com/office/drawing/2014/main" id="{E670ABE8-6534-5589-7C29-56C1C4195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70" r="2" b="3488"/>
          <a:stretch>
            <a:fillRect/>
          </a:stretch>
        </p:blipFill>
        <p:spPr bwMode="auto">
          <a:xfrm>
            <a:off x="20" y="-1"/>
            <a:ext cx="799820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saac Newton: Scientist, Astronomer - and Master of the Royal Mint">
            <a:extLst>
              <a:ext uri="{FF2B5EF4-FFF2-40B4-BE49-F238E27FC236}">
                <a16:creationId xmlns:a16="http://schemas.microsoft.com/office/drawing/2014/main" id="{764B68EF-55E2-ADAD-E8E9-DA6CF7C1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8" r="17303"/>
          <a:stretch>
            <a:fillRect/>
          </a:stretch>
        </p:blipFill>
        <p:spPr bwMode="auto">
          <a:xfrm>
            <a:off x="7998225" y="-1"/>
            <a:ext cx="4193775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9229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25 Different Types of Apples — Apple Varieties and Their Tastes">
            <a:extLst>
              <a:ext uri="{FF2B5EF4-FFF2-40B4-BE49-F238E27FC236}">
                <a16:creationId xmlns:a16="http://schemas.microsoft.com/office/drawing/2014/main" id="{811E2F3E-80E0-4796-7B6A-D384FA739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763" y="0"/>
            <a:ext cx="68468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0029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Newton's First Law – Mr Tarrant's physbang 'blog">
            <a:extLst>
              <a:ext uri="{FF2B5EF4-FFF2-40B4-BE49-F238E27FC236}">
                <a16:creationId xmlns:a16="http://schemas.microsoft.com/office/drawing/2014/main" id="{D3F79EC3-7A4B-AB8D-16AA-188C82ED8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50087" y="1286933"/>
            <a:ext cx="5891825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867116-2183-B0A5-F5A4-75FFAD702BDC}"/>
              </a:ext>
            </a:extLst>
          </p:cNvPr>
          <p:cNvSpPr txBox="1"/>
          <p:nvPr/>
        </p:nvSpPr>
        <p:spPr>
          <a:xfrm>
            <a:off x="3050815" y="271270"/>
            <a:ext cx="68918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Newton’s first law</a:t>
            </a:r>
          </a:p>
        </p:txBody>
      </p:sp>
    </p:spTree>
    <p:extLst>
      <p:ext uri="{BB962C8B-B14F-4D97-AF65-F5344CB8AC3E}">
        <p14:creationId xmlns:p14="http://schemas.microsoft.com/office/powerpoint/2010/main" val="272038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122" name="Picture 2" descr="Newton's Laws - GCSE Physics Revision Notes">
            <a:extLst>
              <a:ext uri="{FF2B5EF4-FFF2-40B4-BE49-F238E27FC236}">
                <a16:creationId xmlns:a16="http://schemas.microsoft.com/office/drawing/2014/main" id="{FF3DDCD2-E657-306D-7507-DBB78BE8E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60"/>
          <a:stretch>
            <a:fillRect/>
          </a:stretch>
        </p:blipFill>
        <p:spPr bwMode="auto">
          <a:xfrm>
            <a:off x="0" y="1282"/>
            <a:ext cx="1219200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571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Newtons third law of motion. The page Math &amp; Physics is my page- all the  posts are made- and written by me🙂 Sondre Sundrønning">
            <a:extLst>
              <a:ext uri="{FF2B5EF4-FFF2-40B4-BE49-F238E27FC236}">
                <a16:creationId xmlns:a16="http://schemas.microsoft.com/office/drawing/2014/main" id="{F41CA53C-7838-D199-3A42-BE62319D1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48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Isaac Newton | Philosophiae naturalis principia mathematica… editia">
            <a:extLst>
              <a:ext uri="{FF2B5EF4-FFF2-40B4-BE49-F238E27FC236}">
                <a16:creationId xmlns:a16="http://schemas.microsoft.com/office/drawing/2014/main" id="{DE11BD07-59A8-22BF-8EBB-74B96334E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75" y="0"/>
            <a:ext cx="104314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543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Biography of Isaac Newton | Simply Knowledge">
            <a:extLst>
              <a:ext uri="{FF2B5EF4-FFF2-40B4-BE49-F238E27FC236}">
                <a16:creationId xmlns:a16="http://schemas.microsoft.com/office/drawing/2014/main" id="{4ED66948-2634-0436-3D24-668F9A9E7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40741" y="300941"/>
            <a:ext cx="6310518" cy="593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414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If I have seen further it is by standing on the shoulders of Giants – The  Muslim Times">
            <a:extLst>
              <a:ext uri="{FF2B5EF4-FFF2-40B4-BE49-F238E27FC236}">
                <a16:creationId xmlns:a16="http://schemas.microsoft.com/office/drawing/2014/main" id="{353963E7-9CB8-E993-C16A-6C04837E4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29996"/>
            <a:ext cx="10905066" cy="5398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719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14</Words>
  <Application>Microsoft Office PowerPoint</Application>
  <PresentationFormat>Widescreen</PresentationFormat>
  <Paragraphs>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shafiyaarahman@gmail.com</dc:creator>
  <cp:lastModifiedBy>shafiyaarahman@gmail.com</cp:lastModifiedBy>
  <cp:revision>1</cp:revision>
  <dcterms:created xsi:type="dcterms:W3CDTF">2026-06-09T17:44:16Z</dcterms:created>
  <dcterms:modified xsi:type="dcterms:W3CDTF">2026-06-10T10:36:27Z</dcterms:modified>
</cp:coreProperties>
</file>